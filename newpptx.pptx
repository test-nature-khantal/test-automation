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F3A80-D5E1-40B3-8435-18D9054969D9}" v="7" dt="2025-12-11T06:49:19.5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Paul" userId="c7CXyqGEtt5yCV7alTXrgvnHmRc6zZqOfrw+xhLkdNU=" providerId="None" clId="Web-{5F0F3A80-D5E1-40B3-8435-18D9054969D9}"/>
    <pc:docChg chg="modSld">
      <pc:chgData name="NPaul" userId="c7CXyqGEtt5yCV7alTXrgvnHmRc6zZqOfrw+xhLkdNU=" providerId="None" clId="Web-{5F0F3A80-D5E1-40B3-8435-18D9054969D9}" dt="2025-12-11T06:49:19.584" v="8" actId="20577"/>
      <pc:docMkLst>
        <pc:docMk/>
      </pc:docMkLst>
      <pc:sldChg chg="modSp">
        <pc:chgData name="NPaul" userId="c7CXyqGEtt5yCV7alTXrgvnHmRc6zZqOfrw+xhLkdNU=" providerId="None" clId="Web-{5F0F3A80-D5E1-40B3-8435-18D9054969D9}" dt="2025-12-11T06:49:19.584" v="8" actId="20577"/>
        <pc:sldMkLst>
          <pc:docMk/>
          <pc:sldMk cId="109857222" sldId="256"/>
        </pc:sldMkLst>
        <pc:spChg chg="mod">
          <ac:chgData name="NPaul" userId="c7CXyqGEtt5yCV7alTXrgvnHmRc6zZqOfrw+xhLkdNU=" providerId="None" clId="Web-{5F0F3A80-D5E1-40B3-8435-18D9054969D9}" dt="2025-12-11T06:49:19.584" v="8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ATU26357992 ATU33590851 ATU12727227 ATU09402582 </a:t>
            </a:r>
            <a:r>
              <a:rPr lang="en-US">
                <a:ea typeface="+mn-lt"/>
                <a:cs typeface="+mn-lt"/>
              </a:rPr>
              <a:t>ATU28718938ATU26357992 ATU33590851 ATU12727227 ATU09402582 ATU28718938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ATU26357992 ATU33590851 ATU12727227 ATU09402582 ATU28718938</a:t>
            </a:r>
            <a:endParaRPr lang="en-US" dirty="0"/>
          </a:p>
          <a:p>
            <a:endParaRPr lang="en-US" dirty="0"/>
          </a:p>
          <a:p>
            <a:r>
              <a:rPr lang="en-US">
                <a:ea typeface="+mn-lt"/>
                <a:cs typeface="+mn-lt"/>
              </a:rPr>
              <a:t>ATU26357992 ATU33590851 ATU12727227 ATU09402582 ATU28718938</a:t>
            </a:r>
            <a:endParaRPr lang="en-US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2025-12-11T06:48:59Z</dcterms:created>
  <dcterms:modified xsi:type="dcterms:W3CDTF">2025-12-11T06:49:24Z</dcterms:modified>
</cp:coreProperties>
</file>